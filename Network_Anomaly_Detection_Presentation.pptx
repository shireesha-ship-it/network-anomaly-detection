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 Anomaly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UNSW-NB15 and CIC-IDS2017</a:t>
            </a:r>
          </a:p>
          <a:p>
            <a:r>
              <a:t>Machine learning pipeline with Streamlit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Detect normal and suspicious network traffic from labeled flow data</a:t>
            </a:r>
          </a:p>
          <a:p>
            <a:pPr>
              <a:defRPr sz="2400"/>
            </a:pPr>
            <a:r>
              <a:t>Provide upload, prediction, visualization, and CSV export in one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UNSW-NB15: training and testing network-flow CSV files</a:t>
            </a:r>
          </a:p>
          <a:p>
            <a:pPr>
              <a:defRPr sz="2400"/>
            </a:pPr>
            <a:r>
              <a:t>CIC-IDS2017: eight CSV files covering benign and attack traffic</a:t>
            </a:r>
          </a:p>
          <a:p>
            <a:pPr>
              <a:defRPr sz="2400"/>
            </a:pPr>
            <a:r>
              <a:t>Separate models are used because the feature schemas differ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Load labeled CSV data</a:t>
            </a:r>
          </a:p>
          <a:p>
            <a:pPr>
              <a:defRPr sz="2400"/>
            </a:pPr>
            <a:r>
              <a:t>Clean missing and infinite values</a:t>
            </a:r>
          </a:p>
          <a:p>
            <a:pPr>
              <a:defRPr sz="2400"/>
            </a:pPr>
            <a:r>
              <a:t>Encode categorical features and scale numeric features</a:t>
            </a:r>
          </a:p>
          <a:p>
            <a:pPr>
              <a:defRPr sz="2400"/>
            </a:pPr>
            <a:r>
              <a:t>Train class-balanced Logistic Regression</a:t>
            </a:r>
          </a:p>
          <a:p>
            <a:pPr>
              <a:defRPr sz="2400"/>
            </a:pPr>
            <a:r>
              <a:t>Save model and metrics under models/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Streamlit web dashboard</a:t>
            </a:r>
          </a:p>
          <a:p>
            <a:pPr>
              <a:defRPr sz="2400"/>
            </a:pPr>
            <a:r>
              <a:t>Automatic UNSW/CIC format detection</a:t>
            </a:r>
          </a:p>
          <a:p>
            <a:pPr>
              <a:defRPr sz="2400"/>
            </a:pPr>
            <a:r>
              <a:t>Single or multiple CSV upload</a:t>
            </a:r>
          </a:p>
          <a:p>
            <a:pPr>
              <a:defRPr sz="2400"/>
            </a:pPr>
            <a:r>
              <a:t>Prediction counts, anomaly summary, and chart</a:t>
            </a:r>
          </a:p>
          <a:p>
            <a:pPr>
              <a:defRPr sz="2400"/>
            </a:pPr>
            <a:r>
              <a:t>Download individual or combined prediction CSV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UNSW-NB15 smoke test: passed</a:t>
            </a:r>
          </a:p>
          <a:p>
            <a:pPr>
              <a:defRPr sz="2400"/>
            </a:pPr>
            <a:r>
              <a:t>CIC-IDS2017 smoke test: passed</a:t>
            </a:r>
          </a:p>
          <a:p>
            <a:pPr>
              <a:defRPr sz="2400"/>
            </a:pPr>
            <a:r>
              <a:t>Streamlit server: HTTP 200</a:t>
            </a:r>
          </a:p>
          <a:p>
            <a:pPr>
              <a:defRPr sz="2400"/>
            </a:pPr>
            <a:r>
              <a:t>Combined CIC output: 2,313,810 rows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Demonstration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Run: streamlit run app\streamlit_app.py</a:t>
            </a:r>
          </a:p>
          <a:p>
            <a:pPr>
              <a:defRPr sz="2400"/>
            </a:pPr>
            <a:r>
              <a:t>Open http://localhost:8501</a:t>
            </a:r>
          </a:p>
          <a:p>
            <a:pPr>
              <a:defRPr sz="2400"/>
            </a:pPr>
            <a:r>
              <a:t>Select a model or upload a matching CSV</a:t>
            </a:r>
          </a:p>
          <a:p>
            <a:pPr>
              <a:defRPr sz="2400"/>
            </a:pPr>
            <a:r>
              <a:t>Review predictions and download the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 project provides an end-to-end network anomaly detection workflow</a:t>
            </a:r>
          </a:p>
          <a:p>
            <a:pPr>
              <a:defRPr sz="2400"/>
            </a:pPr>
            <a:r>
              <a:t>It supports two major intrusion-detection datasets</a:t>
            </a:r>
          </a:p>
          <a:p>
            <a:pPr>
              <a:defRPr sz="2400"/>
            </a:pPr>
            <a:r>
              <a:t>The dashboard is ready for demonstration and future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